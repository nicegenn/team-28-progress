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три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проблемы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сообщений; три направления (УДС, Благоустройство, ЖКХ) и подразделения-исполнители; Глава округа — контроль сроков и эскалация. Охват — 27 населённых пунктов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Башун Александр Александрович — глава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Геннадий Геннадьевич — начальник отдела информационного обслуживания Финансового управления администрации Благовещенского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383280"/>
          <a:ext cx="5029200" cy="291693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фотофиксацией устранения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04" name="Таблица 904"/>
          <p:cNvGraphicFramePr>
            <a:graphicFrameLocks noGrp="1"/>
          </p:cNvGraphicFramePr>
          <p:nvPr/>
        </p:nvGraphicFramePr>
        <p:xfrm>
          <a:off x="5641848" y="3584448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5" name="Рисунок 90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6" name="Поле 906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114800"/>
        </p:xfrm>
        <a:graphic>
          <a:graphicData uri="http://schemas.openxmlformats.org/drawingml/2006/table">
            <a:tbl>
              <a:tblPr/>
              <a:tblGrid>
                <a:gridCol w="3703320"/>
                <a:gridCol w="1371600"/>
                <a:gridCol w="1600200"/>
                <a:gridCol w="16002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замер по итогам
квартала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это обращения в документообороте, а не заявки: срок рассмотрения 30 дней, за два месяца пилота динамики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 ч 08 мин —
7,5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минимум — заявка № 68 по журналу событий, верх — сумма медиан реакции и работы по УДС за 90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85 %
(11 из 13)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в пилоте заявки подавала в основном команда — на потоке доля будет ниже; цель 50 % от этого не меняется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67 %
(4 из 6)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нельзя без фото ИЛИ отчёта, в двух случаях из шести был только отчёт. Обязательное фото закрепляется регламентом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регистрация, категория, адрес и маршрут к исполнителю — без участия сотрудника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заявки, норма 72 ч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100 %
по УДС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по заявкам с настроенной цепочкой (3 из 3). Остальные семь просрочек — заявки июля-августа, до настройки маршрутизации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5,0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пока одна оценка. Переоткрытий жителем — 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00" b="0" dirty="0">
                <a:solidFill>
                  <a:srgbClr val="007A3D"/>
                </a:solidFill>
                <a:latin typeface="Onest Medium" pitchFamily="2" charset="-52"/>
              </a:rPr>
              <a:t xml:space="preserve">Зелёным — значения, заданные устройством процесса и подтверждённые журналом заявок. </a:t>
            </a:r>
            <a:r>
              <a:rPr lang="ru-RU" sz="900" b="0" dirty="0">
                <a:solidFill>
                  <a:srgbClr val="C00000"/>
                </a:solidFill>
                <a:latin typeface="Onest Medium" pitchFamily="2" charset="-52"/>
              </a:rPr>
              <a:t xml:space="preserve">Красным — замеренные значения, которые требуют оговорки на защите: разбор каждого — в приложении к отчёту.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Источник цифр — панель администрации округа, снимки экранов от 27.09.2026. Эффект проекта — 476 часов рабочего времени в год (60 рабочих дней): операции, которые выполнялись вручную и более не выполняются. Затраты на реализацию — 0 рублей: оборудование и лицензии не приобретались, подрядчик не привлекался, сервис работает на действующем сервере администрации, классификация — на бесплатном тарифе.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 о своей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все четыре канала рассчитаны на обращение жителя по своему вопросу. Для инициативной группы, фиксирующей за обход десяток проблем, это десяток обращений по 59-ФЗ со сроком 30 дней и письменным ответом на каждое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письменный 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 принятых мерах житель уведомляется письмом. Но фотофиксации устранения нет ни у исполнителя, ни у руководителя, и согласен ли житель с результатом — нигде не фиксируется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от жителя, а не о мерах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фотоматериала или отчёта нельзя; автор видит результат и ставит оценку от 1 до 5, оценка ≤ 2 возвращает заявку в работу. Подтверждает устранение житель, а не отчёт исполнителя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Замеренное время протекания процесса — от 1 часа 8 минут до 7,5 суток против 10–44 дней. Очередь ожидания маршрутизации — ноль. Охват — 27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Экраны бота и панели администрации — на слайдах приложения после «Дополнительной информации»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девять при пороге в пять. После тире — где инструмент виден в этой презентации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 — слайды «Карта текущего», «целевого» и «достигнутого состояния»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Восемь видов потерь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реестр с оценкой влияния на время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 — слайд «Результат жителю»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статусы, сроки, карта заявок, плотность проблем — слайд «Панель округа»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 в панели администрации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сервиса и памятки по ролям — таблица выше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заявку без подтверждения результата нельзя; сквозная дедупликация — слайд «У исполнителя»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Распоряжение № 534-р приложено сканом. Регламент и памятки вводятся в действие листом согласования и листом ознакомления исполнителей — отдельного приказа об утверждении не издаётся.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Официальный сайт администрации Благовещенского муниципального округа — https://blgraion.amurobl.ru/ : публикации о работе сервиса приёма сообщений «Точка перемен», о порядке подачи заявки жителем и о результатах устранения проблем на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7" name="Поле 927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копии сертификатов — на листе 19 настоящей презентации.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8" name="Рисунок 9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29" name="Поле 929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0" name="Рисунок 9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1" name="Поле 931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2" name="Рисунок 9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3" name="Поле 933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5" name="Рисунок 9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6" name="Поле 936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7" name="Рисунок 9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8" name="Поле 938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0" name="Рисунок 9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1" name="Поле 941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2" name="Рисунок 9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3" name="Поле 943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5" name="Рисунок 9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6" name="Поле 946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7" name="Рисунок 9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8" name="Поле 948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0" name="Поле 950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1" name="Поле 951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2" name="Рисунок 95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3" name="Поле 953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4" name="Поле 95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5" name="Рисунок 9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6" name="Рисунок 9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7" name="Рисунок 9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8" name="Рисунок 9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9" name="Поле 959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команды. Этот лист — приложение к справке проекта в части критерия «доля обученных в команде»: справка ссылается на него прямо.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