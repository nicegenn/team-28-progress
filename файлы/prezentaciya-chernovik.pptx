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76" y="960120"/>
            <a:ext cx="959334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10" name="Рисунок 9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926" y="960120"/>
            <a:ext cx="9552243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4" name="Таблица 914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 — 30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дедупликация: 100 м за 14 дней и по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5" name="Поле 915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6" name="Рисунок 9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3609" y="960120"/>
            <a:ext cx="9470879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7" name="Таблица 917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гражданин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8" name="Поле 918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7 до 30 календарных дней. В очереди на разбор постоянно 2–8 сообщений.</a:t>
            </a:r>
          </a:p>
        </p:txBody>
      </p:sp>
      <p:sp>
        <p:nvSpPr>
          <p:cNvPr id="919" name="Поле 919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20" name="Таблица 920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гражданин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1" name="Поле 921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2,5 часов до 10 дней. Охват — 29 населённых пунктов округа.</a:t>
            </a:r>
          </a:p>
        </p:txBody>
      </p:sp>
      <p:sp>
        <p:nvSpPr>
          <p:cNvPr id="922" name="Поле 922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3" name="Таблица 923"/>
          <p:cNvGraphicFramePr>
            <a:graphicFrameLocks noGrp="1"/>
          </p:cNvGraphicFramePr>
          <p:nvPr/>
        </p:nvGraphicFramePr>
        <p:xfrm>
          <a:off x="411480" y="1600200"/>
          <a:ext cx="11338560" cy="356616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проект готов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Гражданин,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4" name="Поле 924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709160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