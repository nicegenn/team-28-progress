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содержания территории Благовещенского муниципального округа за счёт перехода от реагирования на обращения к раннему выявлению проблем, их оперативному устранению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наблюдатели,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наблюдатели,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планового выявления проблем нет — администрация узнаёт о проблеме только из обращения жителя, в сёлах округа это до месяца. Ресурс активных жителей не задействован. Поступившее обращение регистрируется вручную, маршрут определяет лично Глава округа, срок один для всего — 30 дней, результат не подтверждается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30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закрытие без подтверждения — житель обращается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ресурс активных жителей не задействован вовсе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наблюдателей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старосты сёл, депутаты и общественники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60 календарных дней, из них до 30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наблюдатели обходят закреплённую территорию и подают заявки сами; жалоба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наблюдатели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активные жители и сотрудники, ежедневно бывающие на территории, получают роль в сервисе — отдельной системы для этого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10–60. Очередь на разбор — ноль. Охват — 29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на бланке, к подписи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Наблюдатель,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наблюдатели,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