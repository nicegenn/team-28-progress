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[замер]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документооборота; замер по итогам 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 ч 08 мин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состояния. Факт — заявка № 68 от 27.09: подана 16:04, подтверждена жителем 17:12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[замер]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сообщение; регистрация и маршрутизация идут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[замер]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[замер]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Факт без пометки задан устройством процесса и проверяется по любой заявке. «[замер]» в 4 строках — выгрузка за период пилотной эксплуатации.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6" name="Рисунок 9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9" name="Поле 959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