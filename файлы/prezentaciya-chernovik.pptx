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три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Участник инициативной группы,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Сервис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29" name="Поле 929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Сообщение о проблеме с фотографией и геометкой; бот принял заявку и присвоил номер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житель-1-подача.png</a:t>
            </a:r>
          </a:p>
        </p:txBody>
      </p:sp>
      <p:sp>
        <p:nvSpPr>
          <p:cNvPr id="930" name="Поле 930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1" name="Поле 931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Уведомление автору: заявка взята в работу, назначен исполнитель и срок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житель-2-статус.png</a:t>
            </a:r>
          </a:p>
        </p:txBody>
      </p:sp>
      <p:sp>
        <p:nvSpPr>
          <p:cNvPr id="932" name="Поле 932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3" name="Поле 933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«после» от исполнителя и оценка результата по шкале 1–5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житель-3-результат.png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5" name="Поле 93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Весь путь жителя — в мессенджере: подача с фотографией и геометкой, уведомление о работе, фотография результата и оценка. Личные данные на снимках обезличены.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администрации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36" name="Поле 936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территории округа — распределение проблем по объектам возникновения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панель-1-карта.png</a:t>
            </a:r>
          </a:p>
        </p:txBody>
      </p:sp>
      <p:sp>
        <p:nvSpPr>
          <p:cNvPr id="937" name="Поле 937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8" name="Поле 938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Сроки, нагрузка на исполнителей и статистика по направлениям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панель-2-статистика.png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0" name="Поле 940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статус, срок, журнал событий, фотографии до и после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панель-3-карточка.png</a:t>
            </a:r>
          </a:p>
        </p:txBody>
      </p:sp>
      <p:sp>
        <p:nvSpPr>
          <p:cNvPr id="941" name="Поле 941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2" name="Поле 942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43" name="Поле 943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Было: журнал регистрации входящих и письменные заявления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было-1-журнал.png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5" name="Поле 945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Было: карточка обращения в СЭД «Дело», поля заполняются вручную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было-2-сэд.png</a:t>
            </a:r>
          </a:p>
        </p:txBody>
      </p:sp>
      <p:sp>
        <p:nvSpPr>
          <p:cNvPr id="946" name="Поле 946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7" name="Поле 947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стало-1-заявка.png</a:t>
            </a:r>
          </a:p>
        </p:txBody>
      </p:sp>
      <p:sp>
        <p:nvSpPr>
          <p:cNvPr id="948" name="Поле 948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9" name="Поле 94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0" name="Рисунок 95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1" name="Рисунок 95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2" name="Рисунок 95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3" name="Рисунок 95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4" name="Поле 954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