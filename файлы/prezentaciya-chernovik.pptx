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инициативные группы граждан, выявляющие проблемы на территории;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81" y="960120"/>
            <a:ext cx="1034933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8" name="Рисунок 9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9" name="Рисунок 9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0" name="Таблица 910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1" name="Поле 911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об инициировании проекта.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инициативных групп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5" name="Рисунок 9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6" name="Таблица 916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активные жители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7" name="Поле 917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9" name="Таблица 919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Поле 920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10–44. Очередь на разбор — ноль. Охват — 27 населённых пунктов.</a:t>
            </a:r>
          </a:p>
        </p:txBody>
      </p:sp>
      <p:sp>
        <p:nvSpPr>
          <p:cNvPr id="921" name="Поле 921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2" name="Таблица 922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на бланке, к подписи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Участник инициативной группы, житель,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Поле 923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7" name="Поле 927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8" name="Поле 928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