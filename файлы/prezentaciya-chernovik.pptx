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2376" y="960120"/>
            <a:ext cx="959334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7" name="Рисунок 9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5834" y="960120"/>
            <a:ext cx="8286429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8" name="Рисунок 90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926" y="960120"/>
            <a:ext cx="9552243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09" name="Таблица 909"/>
          <p:cNvGraphicFramePr>
            <a:graphicFrameLocks noGrp="1"/>
          </p:cNvGraphicFramePr>
          <p:nvPr/>
        </p:nvGraphicFramePr>
        <p:xfrm>
          <a:off x="338328" y="1280160"/>
          <a:ext cx="11301984" cy="504748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0" name="Поле 910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237744" y="1581912"/>
          <a:ext cx="11576304" cy="4279392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374904" y="1325880"/>
          <a:ext cx="11292840" cy="4535424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6692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 — 30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дедупликация: 100 м за 14 дней и по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3" name="Поле 913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4" name="Рисунок 9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3609" y="960120"/>
            <a:ext cx="9470879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5" name="Таблица 915"/>
          <p:cNvGraphicFramePr>
            <a:graphicFrameLocks noGrp="1"/>
          </p:cNvGraphicFramePr>
          <p:nvPr/>
        </p:nvGraphicFramePr>
        <p:xfrm>
          <a:off x="411480" y="1444752"/>
          <a:ext cx="11338560" cy="4526280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гражданин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6" name="Поле 916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7 до 30 календарных дней. В очереди на разбор постоянно 2–8 сообщений.</a:t>
            </a:r>
          </a:p>
        </p:txBody>
      </p:sp>
      <p:sp>
        <p:nvSpPr>
          <p:cNvPr id="917" name="Поле 917"/>
          <p:cNvSpPr txBox="1"/>
          <p:nvPr/>
        </p:nvSpPr>
        <p:spPr>
          <a:xfrm>
            <a:off x="411480" y="614476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8" name="Таблица 918"/>
          <p:cNvGraphicFramePr>
            <a:graphicFrameLocks noGrp="1"/>
          </p:cNvGraphicFramePr>
          <p:nvPr/>
        </p:nvGraphicFramePr>
        <p:xfrm>
          <a:off x="411480" y="1444752"/>
          <a:ext cx="11338560" cy="4526280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гражданин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9" name="Поле 919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2,5 часов до 10 дней. Охват — 29 населённых пунктов округа.</a:t>
            </a:r>
          </a:p>
        </p:txBody>
      </p:sp>
      <p:sp>
        <p:nvSpPr>
          <p:cNvPr id="920" name="Поле 920"/>
          <p:cNvSpPr txBox="1"/>
          <p:nvPr/>
        </p:nvSpPr>
        <p:spPr>
          <a:xfrm>
            <a:off x="411480" y="614476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1" name="Таблица 921"/>
          <p:cNvGraphicFramePr>
            <a:graphicFrameLocks noGrp="1"/>
          </p:cNvGraphicFramePr>
          <p:nvPr/>
        </p:nvGraphicFramePr>
        <p:xfrm>
          <a:off x="411480" y="1600200"/>
          <a:ext cx="11338560" cy="356616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проект готов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Гражданин,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2" name="Поле 922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3" name="Поле 923"/>
          <p:cNvSpPr txBox="1"/>
          <p:nvPr/>
        </p:nvSpPr>
        <p:spPr>
          <a:xfrm>
            <a:off x="411480" y="4709160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