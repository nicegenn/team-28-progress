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содержания территории Благовещенского муниципального округа за счёт перехода от реагирования на обращения к раннему выявлению проблем, их оперативному устранению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наблюдатели,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(муниципальный контроль)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наблюдатели, выявляющие проблемы на территории; приём сообщений, четыре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планового выявления проблем нет — администрация узнаёт о проблеме только из обращения жителя, в сёлах округа это до месяца. Ресурс активных жителей не задействован. Поступившее обращение регистрируется вручную, маршрут определяет лично Глава округа, срок один для всего — 30 дней, результат не подтверждается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проблема остаётся невыявленной, пока житель не напишет обращение: нарушение сроков устранения, рост повторных и вышестоящих обращений, снижение доверия жителей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удовлетворённость жителей содержанием территории; клиентоцентричность по федеральному проекту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типовой для муниципальных образований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81" y="960120"/>
            <a:ext cx="10349335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7" name="Рисунок 9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5834" y="960120"/>
            <a:ext cx="8286429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8" name="Рисунок 90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09" name="Таблица 909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0" name="Поле 910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об инициировании проекта.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1" name="Таблица 911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Институт наблюдателей: активные жители и сотрудники получают роль в сервисе и подают заявки с обхода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наблюдателей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замер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закрытых заявок с документальным подтверждением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3" name="Поле 913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4" name="Рисунок 9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5" name="Таблица 915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старосты сёл, депутаты и общественники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6" name="Поле 916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60 календарных дней, из них до 30 дней проблема не выявлена. Очередь на разбор — 2–8 сообщений.</a:t>
            </a:r>
          </a:p>
        </p:txBody>
      </p:sp>
      <p:sp>
        <p:nvSpPr>
          <p:cNvPr id="917" name="Поле 917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8" name="Таблица 918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наблюдатели обходят закреплённую территорию и подают заявки сами; жалоба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наблюдатели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активные жители и сотрудники, ежедневно бывающие на территории, получают роль в сервисе — отдельной системы для этого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4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9" name="Поле 919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10–60. Очередь на разбор — ноль. Охват — 29 населённых пунктов.</a:t>
            </a:r>
          </a:p>
        </p:txBody>
      </p:sp>
      <p:sp>
        <p:nvSpPr>
          <p:cNvPr id="920" name="Поле 920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1" name="Таблица 921"/>
          <p:cNvGraphicFramePr>
            <a:graphicFrameLocks noGrp="1"/>
          </p:cNvGraphicFramePr>
          <p:nvPr/>
        </p:nvGraphicFramePr>
        <p:xfrm>
          <a:off x="411480" y="1600200"/>
          <a:ext cx="11338560" cy="356616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об инициировании проекта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проект готов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Наблюдатель,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2" name="Поле 922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3" name="Поле 923"/>
          <p:cNvSpPr txBox="1"/>
          <p:nvPr/>
        </p:nvSpPr>
        <p:spPr>
          <a:xfrm>
            <a:off x="411480" y="5394960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наблюдатели, выявляющие проблемы на территории; подразделение приёма сообщений, четыре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792000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