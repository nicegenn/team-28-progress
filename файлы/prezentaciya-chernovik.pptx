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10" name="Рисунок 9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 — 30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дедупликация: 100 м за 14 дней и по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7" name="Таблица 917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гражданин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8" name="Поле 918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7 до 30 календарных дней. В очереди на разбор постоянно 2–8 сообщений.</a:t>
            </a:r>
          </a:p>
        </p:txBody>
      </p:sp>
      <p:sp>
        <p:nvSpPr>
          <p:cNvPr id="919" name="Поле 919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20" name="Таблица 920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цифровой, два мессенджера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Telegram и MAX работают на равных: текст, фотография и геометка в одном сообщении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гражданин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адресу, сквозная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1" name="Поле 921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2,5 часов до 10 дней. Охват — 29 населённых пунктов округа.</a:t>
            </a:r>
          </a:p>
        </p:txBody>
      </p:sp>
      <p:sp>
        <p:nvSpPr>
          <p:cNvPr id="922" name="Поле 922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3" name="Таблица 923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Гражданин,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4" name="Поле 924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7091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