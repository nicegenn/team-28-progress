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76" y="960120"/>
            <a:ext cx="959334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10" name="Рисунок 9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926" y="960120"/>
            <a:ext cx="9552243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раб. дн.;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закрытие только с фото или отчётом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считается по дедупликации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sp>
        <p:nvSpPr>
          <p:cNvPr id="917" name="Поле 917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принимались сообщения раньше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Схема или фотографии: телефон приёмной, личный приём, письменные заявления, комментарии в социальных сетях. Журнал регистрации, передача поручения запиской.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Скриншоты таблиц целиком не используем — из зала не читаются.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Материал собирается вместе с замерами «как было», 24–31.08.2026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sp>
        <p:nvSpPr>
          <p:cNvPr id="918" name="Поле 918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сообщения обрабатываются сейчас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Обезличенные экраны бота: приём сообщения с фото и геометкой, карточка заявки у исполнителя, уведомление гражданину «до / после» с оценкой. Панель администрации: срок на каждой заявке, карта, статистика по направлениям.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Крупные фрагменты интерфейса, а не экран целиком.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Здесь же диаграммы эффекта: сокращение времени протекания процесса и доля заявок, исполненных в срок.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Скриншоты — к 15.09.2026, диаграммы — после мониторинга, 24–28.09.2026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19" name="Поле 919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Стандарт улучшенного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работы сервиса приёма сообщений: роли и зоны ответственности, сроки по категориям, порядок эскалации, правила закрытия заявки.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Плюс памятки по ролям — для гражданина, исполнителя, руководителя направления и оператора панели.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Утверждается приказом администрации округа.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Разрабатывается 28–29.09.2026 — обязателен по методике и даёт балл на конкурсе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мультиканальный сервис «Точка перемен» — Telegram и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