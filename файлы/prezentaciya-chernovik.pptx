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инициативные группы граждан, выявляющие проблемы на территории;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30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закрытие без подтверждения — житель обращается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ресурс активных жителей не задействован вовсе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инициативных групп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10–60. Очередь на разбор — ноль. Охват — 29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на бланке, к подписи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Участник инициативной группы,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